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2" r:id="rId9"/>
    <p:sldId id="261" r:id="rId10"/>
    <p:sldId id="263" r:id="rId11"/>
    <p:sldId id="264" r:id="rId12"/>
    <p:sldId id="265" r:id="rId13"/>
    <p:sldId id="266" r:id="rId14"/>
    <p:sldId id="267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58800" y="-635"/>
            <a:ext cx="1511173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19835" y="0"/>
            <a:ext cx="147808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Текстовое поле 5"/>
          <p:cNvSpPr txBox="1"/>
          <p:nvPr/>
        </p:nvSpPr>
        <p:spPr>
          <a:xfrm>
            <a:off x="3839210" y="2821940"/>
            <a:ext cx="4039870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ru-RU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68730" y="0"/>
            <a:ext cx="147802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61745" y="1270"/>
            <a:ext cx="1479169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68705" y="0"/>
            <a:ext cx="147605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44295" y="-635"/>
            <a:ext cx="1487932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68095" y="0"/>
            <a:ext cx="1472692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56665" y="0"/>
            <a:ext cx="147053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24280" y="0"/>
            <a:ext cx="1484249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21335" y="0"/>
            <a:ext cx="147770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29945" y="0"/>
            <a:ext cx="14827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3970" y="0"/>
            <a:ext cx="1481074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dimasik</cp:lastModifiedBy>
  <cp:revision>4</cp:revision>
  <dcterms:created xsi:type="dcterms:W3CDTF">2025-07-23T00:59:00Z</dcterms:created>
  <dcterms:modified xsi:type="dcterms:W3CDTF">2026-03-28T20:44:58Z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FDBFABF1193E464DB6BC0EE5338BA31A_11</vt:lpwstr>
  </property>
</Properties>
</file>